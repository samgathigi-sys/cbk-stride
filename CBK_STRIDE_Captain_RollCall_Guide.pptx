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38165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BK_STRIDE_Captain_RollCall_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3816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