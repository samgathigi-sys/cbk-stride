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62895" cy="73152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C542"/>
                </a:solidFill>
                <a:latin typeface="Arial"/>
              </a:defRPr>
            </a:pPr>
            <a:r>
              <a:t>STRIDE™ ENTERPRISE SUITE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Banki Kuu Staff SACCO 58th AGM, Encrypted E-Voting, Omni-Channel Dispatch &amp; Sports Telemetry</a:t>
            </a:r>
          </a:p>
          <a:p>
            <a:pPr>
              <a:spcBef>
                <a:spcPts val="20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Executive Master Dossier for Board of Directors, Executive Committee &amp; Statutory Scrutinizers</a:t>
            </a:r>
            <a:br/>
            <a:r>
              <a:t>Central Bank of Kenya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1. Executive Summary &amp; Strategic Value Proposition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statutory AGM governance, accreditation speed, and delegate experience for Banki Kuu SACCO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⚡ 2-Second Gate Speed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Replaces 2-hour registration queues with dynamic QR scans.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Instant visual &amp; sound gate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Automatic physical lanyard badge printing trigger.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Eliminates manual headcount paperwork.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📱 Omni-Channel Dispatch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Tri-channel dispatch via Email, SMS &amp; WhatsApp.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100% delegate reachability guarantee.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Interactive WhatsApp QR pass card payload.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1-click wa.me &amp; stream link deep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🗳️ SASRA &amp; E-Voting Compliance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Real-time statutory quorum floor meter.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Share-weighted voting power (e.g. 10,000 votes).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Anti-double voting cryptographic security.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Instant returning officer election certification.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2. Tri-Channel Omni-Dispatch Architecture (Email + SMS + WhatsApp)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Ensuring 100% reachability across office, mobile data, and feature-phone delegates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📩 Formal Email Dispatch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Delivers statutory AGM notice &amp; 5-step agenda.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Embedded high-res dynamic QR pass image.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PDF pass attachment for boardroom printing.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Gmail plus-addressing simulation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💬 SMS Gateway Reachability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98% open rate delivered in &lt; 5 seconds.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Works offline on basic feature phones.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Contains ticket serial ID &amp; 1-tap direct web link.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Safaricom / Airtel network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📲 WhatsApp Business API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Rich interactive card with embedded QR image.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Pre-filled delegate credentials &amp; vote weight.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Interactive action buttons: [Open Pass] [Vote].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1-click wa.me instant delivery 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3. Fast-Track Entrance Scanner &amp; Dynamic QR Engine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HMAC-SHA256 signed tokens to prevent ticket duplication and accelerate gate clearance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🛡️ Cryptographic QR Tamper Protection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Every QR pass embeds an HMAC-SHA256 signature salt.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Time-bounded validity with gate station parameters.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Prevents screenshot sharing &amp; ticket duplication.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Scans seamlessly from smartphone screen or printed pass.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📷 Gate Usher Mobile &amp; Terminal Suite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Operates on any smartphone, iPad, or Android terminal.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Instant sound effect &amp; visual balloon feedback on pass.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Displays delegate department, member ID, and photo.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Auto-triggers physical badge printer at venue entrance.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4. Statutory AGM Quorum Meter &amp; SASRA Telemetry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Real-time compliance auditing under Companies Act 2015 § 284 &amp; SACCO Bylaws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🏛️ Quorum Floor Enforcement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Monitors statutory quorum threshold (e.g. 25/50/150 members).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Live progress bar showing percentage to quorum.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Alerts Chairman when assembly is lawfully constituted.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🗳️ Member &amp; Proxy Classification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Separates Principal Shareholder Voting Members.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Verifies Duly Appointed Proxy Holders.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Tracks Independent Auditors &amp; SASRA Observers.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📜 Statutory Export Register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Instant 1-click download of official accreditation CSV.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Immutable audit log timestamping every check-in.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SASRA regulatory submission ready.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5. Encrypted E-Voting &amp; Share-Weighted Secret Ballot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Enforcing 1-member-1-vote or share-weighted voting power with instant returning officer certification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🔒 Auto-Pre-Filled Voting Station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Automatically unlocks delegate ballot via URL parameter or serial ID.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Pre-calculates certified voting power (e.g. 10,000 votes for Principals, 35,000 for Proxies).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Prevents accidental voter impersonation via locked identity credentials.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Evaluator shortcut toggle for rapid boardroom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📊 Live Scrutineer Tally &amp; Certification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Real-time election results tally across board resolutions.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Single-vote enforcement prevents duplicate ballot submissions.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Instant certificate generation for Chairman &amp; Returning Officer.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 manual tallying errors or recount disputes.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6. Multilingual NLP Attendee Sentiment &amp; Pulse Survey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Natural Language Processing extracting operational aspects from English &amp; Swahili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🤖 Real-Time NLP Aspect Extraction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Analyzes open-ended comments in English &amp; Swahili.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Extracts operational aspects: Dividends, Gate Speed, Venue Audio, Food Catering.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Calculates sentiment polarity scores (+0.25 Positive to -0.25 Negative).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Auto-pre-fills active delegate name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📈 Board NPS &amp; Executive Telemetry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Net Promoter Score (NPS) calculation for Board of Directors.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Average star rating analytics (5.0 / 5.0 scale).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Operational Aspects Health Matrix with percentage distribution.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Live feedback stream with color-coded sentiment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7. Multi-Sport &amp; Golf Tournament Gateway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Expanding STRIDE™ across 20+ disciplines for CBK Sports Club &amp; Inter-Bank Championships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⛳ Pro-Shop Golf Check-In &amp; Tee-Times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Fast-track QR scan at Muthaiga Golf Club &amp; CBK Sports Complex.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Confirms player handicap division (e.g. Handicap 12 Executive).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Assigns tee times (07:30 AM Hole 1) and caddie allocations.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WhatsApp Golf Pass deep-link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🏆 Inter-Bank Discipline Management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Supports Football, Athletics, Basketball, Swimming, Chess &amp; Volleyball.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Dual-Gate attendance tracking (Pre-Sport &amp; Post-Sport).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Session duration validation (minimum 45 mins floor).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Automated daily stipend allowance qualification (KES 2,500/day).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8. M-Pesa STK Push Settlement &amp; Financial Audit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Seamless integration with Safaricom M-Pesa Paybill 849200 for instant settlements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💳 Instant M-Pesa STK Push Prompts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Direct push prompt sent to member handset upon subscription.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Supports clearance fees, VIP passes, and corporate sponsorships.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Instant payment status callback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Integrated paybill reference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📊 Commercial Reconciliation Ledger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Tracks total revenue collected per assembly.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Full exportable financial ledger for internal audit.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Automated PDF tax invoice generator.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 cash handling risk at event 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9. End-to-End Delegate Journey Workflow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5-Stage seamless journey from digital invitation to post-event boardroom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1. Dispatch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Email, SMS &amp; WhatsApp notifications sent.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2. Digital Pass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Delegate opens QR pass on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3. Gate Scan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2-sec usher scan &amp; Quorum update.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116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4. E-Vote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Encrypted ballot with weighted votes.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19202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5. NLP Pulse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Member feedback &amp; Board NPS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10. Enterprise Security &amp; Role-Based Access Control (RBAC)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Banki Kuu SACCO multi-tier security framework and cryptographic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🔐 Cryptographic Security Controls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HMAC-SHA256 token signature validation.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SHA-256 hashed admin passkeys.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Encrypted SQLite DB with offline resilience mode.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HTTPS SSL encryption on Streamlit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👔 Role-Based Access Control (RBAC)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Super Admin: Samuel Gathigi Njuguna (CBK-3428).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Executive Chairman: Johnstone B Angwenyi (CBK-3071).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Secretariat, Finance &amp; HR Compliance Leads.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Audit trail logging for all export &amp; role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11. Comparative Benchmark: STRIDE™ vs Legacy Manual Event Operations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Why modern AI &amp; mobile automation outperforms traditional paper-based event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❌ Legacy Manual Operations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Slow 2-hour queue delays at registration desks.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Paper sign-in sheets prone to lost attendance records.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Manual vote counting with recount disputes.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Uncertain quorum counts during call-to-order.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Low member reachability via paper letters.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🟢 STRIDE™ Enterprise Platform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Fast 2-second QR entrance scan.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100% digital audit trail with CSV export.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Share-weighted e-voting with instant tally.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Live statutory SASRA Quorum meter.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Tri-channel dispatch (Email, SMS, WhatsApp).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12. Infrastructure &amp; Cloud Deployment Architecture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High-availability, offline-resilient hybrid deployment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☁️ Streamlit Cloud Production Hosting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Hosted live at https://cbk-stride.streamlit.app/BKS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Automated CI/CD deployment from GitHub main branch.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Responsive glassmorphism UI for mobile, tablet &amp; desktop.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 client software installation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🔄 Offline Resilient Data Sync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Local SQLite database engine for instant zero-latency queries.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Automatic fallback when internet is disrupted.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Google Sheets API (gspread) synchronization.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Scalable to 5,000+ simultaneous delegates.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13. Phased Implementation Roadmap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Structured 4-phase deployment plan leading to the 58th Annual General Meeting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Phase 1: Ingestion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Upload SACCO delegate roster.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Configure M-Pesa paybill 849200.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Verify RBAC credentials.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Phase 2: Dispatch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Execute Tri-channel dispatch (Email/SMS/WhatsApp).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Monitor pass delivery status.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Run dry-run gate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Phase 3: Live AGM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Deploy entrance QR gate scanners.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Track live SASRA Quorum meter.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Execute e-voting elections.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Phase 4: Reporting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Generate Returning Officer Certificate.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Export SASRA Audit Register.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Publish Board NPS report.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542"/>
                </a:solidFill>
                <a:latin typeface="Arial"/>
              </a:defRPr>
            </a:pPr>
            <a:r>
              <a:t>14. Board Resolution &amp; Call to Action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Formal recommendation for Board adoption of STRIDE™ for Banki Kuu Staff SACCO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2A4D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00F2FE"/>
                </a:solidFill>
                <a:latin typeface="Arial"/>
              </a:defRPr>
            </a:pPr>
            <a:r>
              <a:t>🏛️ Recommended Board Resolutions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1. ADOPT STRIDE™ Enterprise as the official statutory accreditation, voting, and quorum engine for the 58th AGM.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2. AUTHORIZE Secretariat &amp; IT Directorate to execute Tri-channel dispatch (Email, SMS, WhatsApp) for all 500+ accredited delegates.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3. APPROVE integration of M-Pesa STK push for fast-track clearance and dividend pass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4. COMMENCE live usher gate scanner training and boardroom trial ahead of the upcoming statutory assembly.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</a:t>
            </a:r>
            <a:br/>
            <a:r>
              <a:t>Live Production Portal: https://cbk-stride.streamlit.app/BKS | Contact: sam.gathigi@gmail.com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