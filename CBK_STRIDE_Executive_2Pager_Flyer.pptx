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6858000" cy="12188952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BK_STRIDE_Flyer_Page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889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BK_STRIDE_Flyer_Page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889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