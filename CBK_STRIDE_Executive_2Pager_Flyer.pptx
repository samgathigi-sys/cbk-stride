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BK_STRIDE_Flyer_P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88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BK_STRIDE_Flyer_P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889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