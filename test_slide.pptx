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B82D"/>
                </a:solidFill>
              </a:defRPr>
            </a:pPr>
            <a:r>
              <a:t>CENTRAL BANK OF KENYA | BANKI KUU YA KENYA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Executive Command Center &amp; DSWAAP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